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Clean360 Data Quality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Strategic Initiative for Rudhra Info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 accurate, consistent, and reliable data across client systems</a:t>
            </a:r>
          </a:p>
          <a:p>
            <a:r>
              <a:t>• Prevent bad data migration during integration projects</a:t>
            </a:r>
          </a:p>
          <a:p>
            <a:r>
              <a:t>• Improve analytics, BI, and client trust</a:t>
            </a:r>
          </a:p>
          <a:p>
            <a:r>
              <a:t>• Position Rudhra as a Data + Integration Quality Leader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Clean360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Clients face duplicate records, missing values, invalid formats</a:t>
            </a:r>
          </a:p>
          <a:p>
            <a:r>
              <a:t>• Problems: wrong reports, failed integrations, higher costs</a:t>
            </a:r>
          </a:p>
          <a:p>
            <a:r>
              <a:t>• Clean360 ensures data quality first, integration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Profiling – Scan data for issues</a:t>
            </a:r>
          </a:p>
          <a:p>
            <a:r>
              <a:t>• Standardization – Apply consistent formats</a:t>
            </a:r>
          </a:p>
          <a:p>
            <a:r>
              <a:t>• Cleansing – Fix/remove invalid values</a:t>
            </a:r>
          </a:p>
          <a:p>
            <a:r>
              <a:t>• Deduplication – Remove duplicate records</a:t>
            </a:r>
          </a:p>
          <a:p>
            <a:r>
              <a:t>• Validation – Enforce rules during entry</a:t>
            </a:r>
          </a:p>
          <a:p>
            <a:r>
              <a:t>• Governance &amp; Monitoring – Dashboards + policies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Assessment – Profile data &amp; generate health report</a:t>
            </a:r>
          </a:p>
          <a:p>
            <a:r>
              <a:t>2. Design – Define rules, dictionary, standards</a:t>
            </a:r>
          </a:p>
          <a:p>
            <a:r>
              <a:t>3. Implementation – Build cleansing &amp; deduplication flows</a:t>
            </a:r>
          </a:p>
          <a:p>
            <a:r>
              <a:t>4. Monitoring – Dashboards, alerts</a:t>
            </a:r>
          </a:p>
          <a:p>
            <a:r>
              <a:t>5. Continuous Improvement – AI/ML anomaly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Tools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Pandas (Python) – Data profiling &amp; exploration</a:t>
            </a:r>
          </a:p>
          <a:p>
            <a:r>
              <a:t>• OpenRefine – Cleaning &amp; transformation</a:t>
            </a:r>
          </a:p>
          <a:p>
            <a:r>
              <a:t>• Talend Open Studio – ETL cleansing pipelines</a:t>
            </a:r>
          </a:p>
          <a:p>
            <a:r>
              <a:t>• FuzzyWuzzy / Dedupe.io – Duplicate detection</a:t>
            </a:r>
          </a:p>
          <a:p>
            <a:r>
              <a:t>• Great Expectations – Data validation checks</a:t>
            </a:r>
          </a:p>
          <a:p>
            <a:r>
              <a:t>• MySQL CE – Store clean datasets</a:t>
            </a:r>
          </a:p>
          <a:p>
            <a:r>
              <a:t>• MuleSoft CE – Orchestrate flows</a:t>
            </a:r>
          </a:p>
          <a:p>
            <a:r>
              <a:t>• Power BI Free – Data quality dashboards</a:t>
            </a:r>
          </a:p>
          <a:p>
            <a:r>
              <a:t>• Docker CE – Package &amp; deploy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Pandas – Explore datasets</a:t>
            </a:r>
          </a:p>
          <a:p>
            <a:r>
              <a:t>• OpenRefine – Bulk edits</a:t>
            </a:r>
          </a:p>
          <a:p>
            <a:r>
              <a:t>• Talend Open Studio – ETL workflows</a:t>
            </a:r>
          </a:p>
          <a:p>
            <a:r>
              <a:t>• FuzzyWuzzy/Dedupe.io – Smart duplicate removal</a:t>
            </a:r>
          </a:p>
          <a:p>
            <a:r>
              <a:t>• Great Expectations – Automated rules</a:t>
            </a:r>
          </a:p>
          <a:p>
            <a:r>
              <a:t>• MySQL – Test environment</a:t>
            </a:r>
          </a:p>
          <a:p>
            <a:r>
              <a:t>• MuleSoft – Integration flows</a:t>
            </a:r>
          </a:p>
          <a:p>
            <a:r>
              <a:t>• Power BI – Visual dashboards</a:t>
            </a:r>
          </a:p>
          <a:p>
            <a:r>
              <a:t>• Docker – Packaged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Rudhra Info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Consulting: Pre-migration assessment reports</a:t>
            </a:r>
          </a:p>
          <a:p>
            <a:r>
              <a:t>• MuleSoft: Filters invalid/duplicate records</a:t>
            </a:r>
          </a:p>
          <a:p>
            <a:r>
              <a:t>• CRM: Improved 360° customer view</a:t>
            </a:r>
          </a:p>
          <a:p>
            <a:r>
              <a:t>• BI &amp; Analytics: Reliable dashboards</a:t>
            </a:r>
          </a:p>
          <a:p>
            <a:r>
              <a:t>• Outsourcing: Clean360 as a managed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– Fewer errors in reports</a:t>
            </a:r>
          </a:p>
          <a:p>
            <a:r>
              <a:t>• Efficiency – Reduce rework</a:t>
            </a:r>
          </a:p>
          <a:p>
            <a:r>
              <a:t>• Revenue – New service offering</a:t>
            </a:r>
          </a:p>
          <a:p>
            <a:r>
              <a:t>• Trust – Stronger client confidence</a:t>
            </a:r>
          </a:p>
          <a:p>
            <a:r>
              <a:t>• Competitive Edge – Integration + data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Assessment &amp; profiling</a:t>
            </a:r>
          </a:p>
          <a:p>
            <a:r>
              <a:t>Month 2: Build ETL cleansing &amp; deduplication</a:t>
            </a:r>
          </a:p>
          <a:p>
            <a:r>
              <a:t>Month 3: Deploy validation rules &amp; dashboards</a:t>
            </a:r>
          </a:p>
          <a:p>
            <a:r>
              <a:t>Month 4: Package Clean360 with Docker</a:t>
            </a:r>
          </a:p>
          <a:p>
            <a:r>
              <a:t>Ongoing: Continuous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Data = Trusted Insights = Better Decisions</a:t>
            </a:r>
          </a:p>
          <a:p>
            <a:r>
              <a:t>Clean360 positions Rudhra Info Solutions as a data-driven integration leader.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